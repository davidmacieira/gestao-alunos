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EB733-C232-8A93-471B-12E99F0E4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25677B-B322-0481-1BD3-1C7E6ECEE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9A4A481-CD11-89BE-F941-5E981CA2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D01C-0EED-402E-99F5-5666F89B12DE}" type="datetimeFigureOut">
              <a:rPr lang="pt-PT" smtClean="0"/>
              <a:t>18/03/2026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F8C8D4D-070C-F02D-A4FB-B20C9F960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CA43F46-D0E2-7DD8-E272-4339344A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8C0F2-199B-430E-A4AD-298EEEB4DB9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51882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4253A-2A63-8DAC-813C-14EC9E553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A62EFCC-406C-F330-880F-B7DA8CDC9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75E8F64-C7D7-C147-5119-0ABD30CF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D01C-0EED-402E-99F5-5666F89B12DE}" type="datetimeFigureOut">
              <a:rPr lang="pt-PT" smtClean="0"/>
              <a:t>18/03/2026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8B61178-7003-2B0F-A0DD-887F88701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9EFDD40-E1F6-2CDC-350E-789776692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8C0F2-199B-430E-A4AD-298EEEB4DB9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3128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B727A-12FF-0C73-C4D8-9E526DB5B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62F294F-FD7B-0A8B-93EE-3A165087E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377BDAF-E2E8-65BC-33D9-F5213AE67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D01C-0EED-402E-99F5-5666F89B12DE}" type="datetimeFigureOut">
              <a:rPr lang="pt-PT" smtClean="0"/>
              <a:t>18/03/2026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6D64E5C-FA3D-5F76-DCBA-BC8595754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B463269-0FAB-C74F-6447-AEBD50B0D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8C0F2-199B-430E-A4AD-298EEEB4DB9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535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E105C-B97B-0D53-E8BC-2FBFE2BC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6468D3B-8C2A-32A1-7BB9-3F4109A2A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5572AE3-C963-6C4E-16CA-5CF5634E9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7B95D0A-8DCD-CA3E-8C47-9001D4D22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D01C-0EED-402E-99F5-5666F89B12DE}" type="datetimeFigureOut">
              <a:rPr lang="pt-PT" smtClean="0"/>
              <a:t>18/03/2026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F786C55-DEC7-6CE8-51AE-7B9BBC6A9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85790EE-ADF2-A90D-F7A1-A0D4028B0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8C0F2-199B-430E-A4AD-298EEEB4DB9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89927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A0787F-EE1C-E6C1-2E3A-2C7D19E53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DCDF8AE-5D2A-6063-7901-D7B91FE70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F92E421-3871-8A64-52ED-70D3B0BFE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A251C9D3-A16B-255A-1362-CD764F816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3240A74D-EC60-E6E3-00F5-F05969A96B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AA31B260-FF43-0757-C39B-98E580196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D01C-0EED-402E-99F5-5666F89B12DE}" type="datetimeFigureOut">
              <a:rPr lang="pt-PT" smtClean="0"/>
              <a:t>18/03/2026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F7FB0C8-9C3F-A79B-580D-CF2A5D82D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62AE10B1-1464-BE92-4217-C2CC28635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8C0F2-199B-430E-A4AD-298EEEB4DB9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8713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0CC8DF-B2CB-4111-02B1-912D7306C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A758F84D-D000-0CCE-0055-C33F88DE6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D01C-0EED-402E-99F5-5666F89B12DE}" type="datetimeFigureOut">
              <a:rPr lang="pt-PT" smtClean="0"/>
              <a:t>18/03/2026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B7697889-5E17-B88C-0D0C-EA1895A3C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94F5E0B4-AA7E-CAD1-77A2-43FC760A8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8C0F2-199B-430E-A4AD-298EEEB4DB9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9349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9A58C45D-79D6-95AC-6BF4-B013C0B67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D01C-0EED-402E-99F5-5666F89B12DE}" type="datetimeFigureOut">
              <a:rPr lang="pt-PT" smtClean="0"/>
              <a:t>18/03/2026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97758DFD-7557-0C28-1259-8535F546A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287A19E-F147-8B7E-5942-73D8C0F6E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8C0F2-199B-430E-A4AD-298EEEB4DB9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22972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F1D52-D045-4E42-CE42-6C418B60F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F79A1BE-CBBD-49AA-D2B1-CE02D5111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279B260-EB98-16D4-F3F6-B4DF7D270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E32BAC8-6559-528C-DCAB-2CFBC7DA1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D01C-0EED-402E-99F5-5666F89B12DE}" type="datetimeFigureOut">
              <a:rPr lang="pt-PT" smtClean="0"/>
              <a:t>18/03/2026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EEB8E86-5937-C286-7374-5496F435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45F0123-F22B-84D0-B683-4163355A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8C0F2-199B-430E-A4AD-298EEEB4DB9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1463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25F48-916D-6380-8263-45E10EE6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89A1CAD8-50F0-EA8F-1937-CE7F4CA0D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C2B0055-11CB-D757-1B83-3B6FA781C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EA34F29-A33A-3848-8A54-C9D0CB9E2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D01C-0EED-402E-99F5-5666F89B12DE}" type="datetimeFigureOut">
              <a:rPr lang="pt-PT" smtClean="0"/>
              <a:t>18/03/2026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D10DA85-B23F-F3EE-0196-04A2F8307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74C51A6-2B3B-DA78-AB27-FC484EDB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8C0F2-199B-430E-A4AD-298EEEB4DB9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058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33D453-C32D-2AB9-4348-80EDCB7F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D99BE3B8-A907-AF2D-BA88-BAE6CE682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6A18DBD-CE1E-245E-A0AF-471581E6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D01C-0EED-402E-99F5-5666F89B12DE}" type="datetimeFigureOut">
              <a:rPr lang="pt-PT" smtClean="0"/>
              <a:t>18/03/2026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964DF6C-0A7A-A201-6172-A1D18AC35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4CBC13C-8179-F94B-4CFF-DC3445A7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8C0F2-199B-430E-A4AD-298EEEB4DB9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99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BBC085-44FB-8EA6-938A-F951D2461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C05EE74-6D63-360D-8031-97954DFD3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F75316B-446A-E23F-717A-787BF1B10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3D01C-0EED-402E-99F5-5666F89B12DE}" type="datetimeFigureOut">
              <a:rPr lang="pt-PT" smtClean="0"/>
              <a:t>18/03/2026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D89CADA-C3F9-D88F-8AE1-A5F4D3BB2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1D5EF83-8996-370D-2E16-2CB1DA27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8C0F2-199B-430E-A4AD-298EEEB4DB9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8585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E2DD5455-050E-96C6-3D7C-A968E142D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A915509-A99A-0A35-32D9-BB5092393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8F5093F-FAAA-0B5A-BCB3-AD1EF6FB2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73D01C-0EED-402E-99F5-5666F89B12DE}" type="datetimeFigureOut">
              <a:rPr lang="pt-PT" smtClean="0"/>
              <a:t>18/03/2026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9806DF5-136D-CEF4-F40D-7AC2C3065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89409ED-0EC5-AF88-5752-CCB5B7F62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8C0F2-199B-430E-A4AD-298EEEB4DB9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375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E26F7-0EAE-07D2-B9AA-6B84701C99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Trabalho Prático Programação Web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A28604-222B-CD6C-4B3F-0B6E499EF4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Aplicação Web interna para suportar processos dos Serviços Académicos e da Gestão Pedagógica</a:t>
            </a:r>
          </a:p>
        </p:txBody>
      </p:sp>
    </p:spTree>
    <p:extLst>
      <p:ext uri="{BB962C8B-B14F-4D97-AF65-F5344CB8AC3E}">
        <p14:creationId xmlns:p14="http://schemas.microsoft.com/office/powerpoint/2010/main" val="1499686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ED79C3-5CDF-8122-BC20-F609FDA15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Objetivo do Trabalho	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7C243A6-D832-0BCC-5C0F-04A5C77F5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Desenvolver uma aplicação web em PHP com persistência em base de dados relacional </a:t>
            </a:r>
            <a:r>
              <a:rPr lang="pt-PT"/>
              <a:t>e autenticação</a:t>
            </a:r>
          </a:p>
        </p:txBody>
      </p:sp>
    </p:spTree>
    <p:extLst>
      <p:ext uri="{BB962C8B-B14F-4D97-AF65-F5344CB8AC3E}">
        <p14:creationId xmlns:p14="http://schemas.microsoft.com/office/powerpoint/2010/main" val="1055234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A5D3E8-447E-BD9C-5606-DA5B30923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Estrutura de Pastas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33E8720-2708-7EE3-9889-5B81D9B84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116" y="105971"/>
            <a:ext cx="4531443" cy="6653745"/>
          </a:xfrm>
          <a:prstGeom prst="rect">
            <a:avLst/>
          </a:prstGeom>
        </p:spPr>
      </p:pic>
      <p:sp>
        <p:nvSpPr>
          <p:cNvPr id="5" name="AutoShape 4">
            <a:extLst>
              <a:ext uri="{FF2B5EF4-FFF2-40B4-BE49-F238E27FC236}">
                <a16:creationId xmlns:a16="http://schemas.microsoft.com/office/drawing/2014/main" id="{9FCC50C3-5FE2-64B8-F01B-91F15E0AF7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22707" y="-78658"/>
            <a:ext cx="3544529" cy="3544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64290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40</Words>
  <Application>Microsoft Office PowerPoint</Application>
  <PresentationFormat>Ecrã Panorâmico</PresentationFormat>
  <Paragraphs>5</Paragraphs>
  <Slides>3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Trabalho Prático Programação Web 2</vt:lpstr>
      <vt:lpstr>Objetivo do Trabalho </vt:lpstr>
      <vt:lpstr>Estrutura de Pastas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Flores Macieira</dc:creator>
  <cp:lastModifiedBy>David Flores Macieira</cp:lastModifiedBy>
  <cp:revision>2</cp:revision>
  <dcterms:created xsi:type="dcterms:W3CDTF">2026-03-16T15:47:30Z</dcterms:created>
  <dcterms:modified xsi:type="dcterms:W3CDTF">2026-03-18T09:41:56Z</dcterms:modified>
</cp:coreProperties>
</file>